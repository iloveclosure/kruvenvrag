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CF4"/>
    <a:srgbClr val="FE019A"/>
    <a:srgbClr val="FFCCFF"/>
    <a:srgbClr val="7A7A7A"/>
    <a:srgbClr val="FF0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0633-E13A-406D-A761-FD1E6729E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57685-4B00-4882-9F0E-702704BF8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16CA3-658D-4DAD-BA0D-65E3B94D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81EDC-7A72-4927-857F-FE23640C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DE56A-E77D-44A2-B66B-ED810823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85667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4311-253C-414A-BA94-3C829097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7569A-890F-47E4-977F-2A5C4BDC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8A834-8565-4B03-8FDC-CDB0FB2F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C6821-61A2-4D14-8381-ADC21078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A7F13-9860-437A-AC76-EFC79948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40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1910-2FF6-4EB0-BA91-EA1C9DBE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620B6-5FB9-490E-AFD0-7FAB2CB52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7233A-B385-43C2-86DC-566BB59D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DF782-8F08-4A81-B1C3-0CEC0927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C2E4C-00D9-4458-9C5E-3C2FBD2A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9715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2247-44AC-4C52-A439-F5F61FF5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EACF-E34F-4DE8-8BB9-2C9EB048D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6EBFE-83CD-4761-88CD-D76EE6FB9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8A2E4-0EA1-43F0-979D-E3731DC1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1B048-2B71-48D2-BF4E-E058C534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7AD48-B98A-4109-81F5-38BC77AF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7812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D3BF-55A6-46A8-8D9F-BE26C04D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54971-F4F7-40CE-AF9E-D3C06C22D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A9073-A907-4013-BA9F-D7F851828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164EA-DFBD-44C2-841D-35D09A3F4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0D931-82C3-476A-9754-ADF3FADC4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B6B4D-AFA5-46E1-B431-12CAB9C0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CAF95-3CCF-413D-9BE3-4F694612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9838D-6D55-4773-A7C7-CB6AC047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901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6C64-176D-4C00-906A-A73B4392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6F6B36-2CFE-41A6-886A-0B440C63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7C9E-BC58-4702-B892-8A35BF0D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241F-1591-4909-95FB-A865B07D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767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3FC8C-A447-43F5-93F8-1A0AEBED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07F032-515D-4CD5-A787-1F4F60BE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2D96-8CFA-4327-9C6E-BCB7CB8A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0117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DFF0-E341-4095-BCCA-83972F2D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93DE-9A92-44A4-9345-0F98C9D4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D3755-0C61-42A7-B4B1-5755A3294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7FF99-A502-4591-970F-9D40DFF0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6A02-7DCA-4919-9040-8C96EE7D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DBBC9-E752-493A-9948-01A06941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3909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2698-CF7A-43E7-954E-84402A9A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C7FD9-B073-4818-9D50-EB52C2566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61B55-1BBC-42F2-9EC3-1E618AF43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89186-0727-46C6-A1B0-00404ED9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425DA-9B5C-437C-AA48-F8792310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F39ED-92B5-4E7D-A84C-94A76429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871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D2A0-AF82-4414-9322-4C1A8DB6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C5FF0-E996-446F-920F-88EE799E9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FB087-AA8D-4E5C-968A-8B583D4C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8B55C-5151-4D6A-8695-B2888139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CC8EC-05CB-43E1-A9C8-3DF25F74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4258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71539-F1DD-4188-A8A5-EE1E8D22A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E10CA-8729-48AF-AE33-B3580FDD5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3DE37-F3CE-4C91-98D6-07C245C0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10FC3-B563-488C-821B-73BD68A7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CC983-A7B1-4F7C-A957-7AE8DEB5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26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2EA7D-E1E8-4E64-8C92-E5CBE4EB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D5EC6-262F-4483-B911-36D4E9EB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38781-5699-40C9-B584-455674330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D14E-8DE9-4B4A-889E-4F50F7FFB039}" type="datetimeFigureOut">
              <a:rPr lang="bg-BG" smtClean="0"/>
              <a:t>20.02.2026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20520-04CD-4BD9-B877-98490AB40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82C5A-F959-4581-96E0-5C929A8FB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1733B-A034-4C45-A3E2-FE355AFDD11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9682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3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Image Result For Writing Clipart Header - Flourish Vector - Free Transparent  PNG Clipart Images Download">
            <a:extLst>
              <a:ext uri="{FF2B5EF4-FFF2-40B4-BE49-F238E27FC236}">
                <a16:creationId xmlns:a16="http://schemas.microsoft.com/office/drawing/2014/main" id="{FCF0E7EE-49E2-4957-8C3F-A1EEB4FF6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FFCC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124" b="94891" l="5833" r="96071">
                        <a14:foregroundMark x1="6071" y1="44526" x2="6071" y2="44526"/>
                        <a14:foregroundMark x1="32976" y1="94891" x2="32976" y2="94891"/>
                        <a14:foregroundMark x1="96071" y1="54015" x2="96071" y2="54015"/>
                      </a14:backgroundRemoval>
                    </a14:imgEffect>
                    <a14:imgEffect>
                      <a14:sharpenSoften amount="43000"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0"/>
            <a:ext cx="12496800" cy="255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6A10EB-878C-4B00-BABB-F56AE018220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E019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345" y="198451"/>
            <a:ext cx="9334997" cy="691388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45FA447-04D7-4DBB-9AC5-A4690D570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0714" y="5123883"/>
            <a:ext cx="9470572" cy="1655762"/>
          </a:xfrm>
        </p:spPr>
        <p:txBody>
          <a:bodyPr>
            <a:normAutofit/>
          </a:bodyPr>
          <a:lstStyle/>
          <a:p>
            <a:r>
              <a:rPr lang="bg-BG" sz="4400" b="1" dirty="0">
                <a:solidFill>
                  <a:schemeClr val="bg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Кръвен враг</a:t>
            </a:r>
            <a:endParaRPr lang="en-US" sz="4400" b="1" dirty="0">
              <a:solidFill>
                <a:schemeClr val="bg1"/>
              </a:solidFill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r>
              <a:rPr lang="en-US" sz="4400" b="1" dirty="0">
                <a:solidFill>
                  <a:schemeClr val="bg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Brand book(mockup)</a:t>
            </a:r>
            <a:endParaRPr lang="bg-BG" sz="4400" b="1" dirty="0">
              <a:solidFill>
                <a:schemeClr val="bg1"/>
              </a:solidFill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0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4A58-465B-422F-AA49-F824D658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010" y="0"/>
            <a:ext cx="10515600" cy="1325563"/>
          </a:xfrm>
        </p:spPr>
        <p:txBody>
          <a:bodyPr/>
          <a:lstStyle/>
          <a:p>
            <a:r>
              <a:rPr lang="bg-BG" dirty="0">
                <a:solidFill>
                  <a:schemeClr val="bg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Основни цветове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B49FC8-5FDA-4EDE-B83D-A66E9D8DE959}"/>
              </a:ext>
            </a:extLst>
          </p:cNvPr>
          <p:cNvGrpSpPr/>
          <p:nvPr/>
        </p:nvGrpSpPr>
        <p:grpSpPr>
          <a:xfrm>
            <a:off x="-2481943" y="1325563"/>
            <a:ext cx="19046441" cy="6807200"/>
            <a:chOff x="-2481943" y="1325563"/>
            <a:chExt cx="19046441" cy="6807200"/>
          </a:xfrm>
        </p:grpSpPr>
        <p:pic>
          <p:nvPicPr>
            <p:cNvPr id="1028" name="Picture 4" descr="Free Simple Flourish Png, Download Free Simple Flourish Png png images,  Free ClipArts on Clipart Library">
              <a:extLst>
                <a:ext uri="{FF2B5EF4-FFF2-40B4-BE49-F238E27FC236}">
                  <a16:creationId xmlns:a16="http://schemas.microsoft.com/office/drawing/2014/main" id="{57FA6969-2DAB-4E24-A464-47332D97BD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481943" y="1325563"/>
              <a:ext cx="17805130" cy="6807200"/>
            </a:xfrm>
            <a:prstGeom prst="rect">
              <a:avLst/>
            </a:prstGeom>
            <a:noFill/>
            <a:effectLst>
              <a:reflection blurRad="368300" stA="0" endPos="5000" dist="736600" dir="5400000" sy="-100000" algn="bl" rotWithShape="0"/>
              <a:softEdge rad="1270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BD8BE1-B3E3-4871-9DBE-ED9419AFA8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4502" r="44502"/>
            <a:stretch/>
          </p:blipFill>
          <p:spPr>
            <a:xfrm>
              <a:off x="719137" y="4512733"/>
              <a:ext cx="1739163" cy="153828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D17927-BA6E-4B1E-9D04-BE30A8FC4E95}"/>
                </a:ext>
              </a:extLst>
            </p:cNvPr>
            <p:cNvSpPr txBox="1"/>
            <p:nvPr/>
          </p:nvSpPr>
          <p:spPr>
            <a:xfrm>
              <a:off x="1076484" y="6114534"/>
              <a:ext cx="10244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bg-BG" dirty="0">
                  <a:solidFill>
                    <a:schemeClr val="bg1"/>
                  </a:solidFill>
                </a:rPr>
                <a:t>#fe019a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1DF032-BE9A-4794-8834-7ED001AB82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2941" r="31108"/>
            <a:stretch/>
          </p:blipFill>
          <p:spPr>
            <a:xfrm>
              <a:off x="2861027" y="4512733"/>
              <a:ext cx="1739163" cy="15382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740D7D-B42A-4263-BBA7-78B531D2D898}"/>
                </a:ext>
              </a:extLst>
            </p:cNvPr>
            <p:cNvSpPr txBox="1"/>
            <p:nvPr/>
          </p:nvSpPr>
          <p:spPr>
            <a:xfrm>
              <a:off x="3171808" y="6114534"/>
              <a:ext cx="111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chemeClr val="bg1"/>
                  </a:solidFill>
                  <a:effectLst/>
                  <a:latin typeface="Jost"/>
                </a:rPr>
                <a:t>#50314C</a:t>
              </a:r>
              <a:endParaRPr lang="bg-BG" dirty="0">
                <a:solidFill>
                  <a:schemeClr val="bg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660CF2-831E-4B9F-844E-20E970909C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842" t="48574" r="52631"/>
            <a:stretch/>
          </p:blipFill>
          <p:spPr>
            <a:xfrm>
              <a:off x="5002918" y="4512733"/>
              <a:ext cx="1739163" cy="153828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853320-A5AD-410D-BA9E-A8380741C278}"/>
                </a:ext>
              </a:extLst>
            </p:cNvPr>
            <p:cNvSpPr txBox="1"/>
            <p:nvPr/>
          </p:nvSpPr>
          <p:spPr>
            <a:xfrm>
              <a:off x="5360265" y="6114534"/>
              <a:ext cx="131300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bg-BG" dirty="0">
                  <a:solidFill>
                    <a:schemeClr val="bg1"/>
                  </a:solidFill>
                </a:rPr>
                <a:t>#98FBCB</a:t>
              </a:r>
            </a:p>
          </p:txBody>
        </p:sp>
        <p:pic>
          <p:nvPicPr>
            <p:cNvPr id="1026" name="Picture 2" descr="Category:Dark Green | Aesthetics Wiki | Fandom">
              <a:extLst>
                <a:ext uri="{FF2B5EF4-FFF2-40B4-BE49-F238E27FC236}">
                  <a16:creationId xmlns:a16="http://schemas.microsoft.com/office/drawing/2014/main" id="{A65B7EBE-720B-4E14-B045-04E2E9F825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783" r="16626"/>
            <a:stretch/>
          </p:blipFill>
          <p:spPr bwMode="auto">
            <a:xfrm>
              <a:off x="7144810" y="4512732"/>
              <a:ext cx="1739164" cy="1538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FB2D86-F427-4253-8F88-9F7A92B8F4ED}"/>
                </a:ext>
              </a:extLst>
            </p:cNvPr>
            <p:cNvSpPr txBox="1"/>
            <p:nvPr/>
          </p:nvSpPr>
          <p:spPr>
            <a:xfrm>
              <a:off x="7513279" y="6116135"/>
              <a:ext cx="10022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bg-BG" b="0" i="0" dirty="0">
                  <a:solidFill>
                    <a:schemeClr val="bg1"/>
                  </a:solidFill>
                  <a:effectLst/>
                  <a:latin typeface="rubik"/>
                </a:rPr>
                <a:t>#023020</a:t>
              </a:r>
              <a:endParaRPr lang="bg-BG" dirty="0">
                <a:solidFill>
                  <a:schemeClr val="bg1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0E28581-0A13-401C-ACE6-CFCD3A201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47056" r="45665"/>
            <a:stretch/>
          </p:blipFill>
          <p:spPr>
            <a:xfrm>
              <a:off x="9286700" y="4512731"/>
              <a:ext cx="1739163" cy="153828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37C06C-EAA4-4189-B9A3-7DA93E055E02}"/>
                </a:ext>
              </a:extLst>
            </p:cNvPr>
            <p:cNvSpPr txBox="1"/>
            <p:nvPr/>
          </p:nvSpPr>
          <p:spPr>
            <a:xfrm>
              <a:off x="9701736" y="6114534"/>
              <a:ext cx="68627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0" dirty="0">
                  <a:solidFill>
                    <a:srgbClr val="EEF0FF"/>
                  </a:solidFill>
                  <a:effectLst/>
                  <a:latin typeface="Google Sans"/>
                </a:rPr>
                <a:t>#FF0000</a:t>
              </a:r>
              <a:endParaRPr lang="bg-BG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4832D5-D4EF-408B-9EB6-7AA8A9ADB52B}"/>
                </a:ext>
              </a:extLst>
            </p:cNvPr>
            <p:cNvSpPr txBox="1"/>
            <p:nvPr/>
          </p:nvSpPr>
          <p:spPr>
            <a:xfrm>
              <a:off x="1236140" y="3693726"/>
              <a:ext cx="71240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sz="3200" dirty="0">
                  <a:solidFill>
                    <a:schemeClr val="bg1"/>
                  </a:solidFill>
                  <a:latin typeface="MS Mincho" panose="02020609040205080304" pitchFamily="49" charset="-128"/>
                  <a:ea typeface="MS Mincho" panose="02020609040205080304" pitchFamily="49" charset="-128"/>
                </a:rPr>
                <a:t>Графики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F27A2F-BB45-4A03-9363-70C69FF66CFF}"/>
              </a:ext>
            </a:extLst>
          </p:cNvPr>
          <p:cNvGrpSpPr/>
          <p:nvPr/>
        </p:nvGrpSpPr>
        <p:grpSpPr>
          <a:xfrm>
            <a:off x="719137" y="1389077"/>
            <a:ext cx="13949956" cy="1379102"/>
            <a:chOff x="4889584" y="1324080"/>
            <a:chExt cx="13949956" cy="137910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989406-182E-4924-B7CD-6CA01D669291}"/>
                </a:ext>
              </a:extLst>
            </p:cNvPr>
            <p:cNvSpPr txBox="1"/>
            <p:nvPr/>
          </p:nvSpPr>
          <p:spPr>
            <a:xfrm>
              <a:off x="9129484" y="2293656"/>
              <a:ext cx="9710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FAFCF4"/>
                  </a:solidFill>
                  <a:effectLst/>
                  <a:latin typeface="Jost"/>
                </a:rPr>
                <a:t> #7A7B7A</a:t>
              </a:r>
              <a:endParaRPr lang="bg-BG" dirty="0">
                <a:solidFill>
                  <a:srgbClr val="FAFCF4"/>
                </a:solidFill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4805A4D-3A41-4EF6-86FB-B8E31CA0E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992024" y="1325563"/>
              <a:ext cx="1419423" cy="943107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4BF083A-FCD3-4372-A9CA-963B4C808F0C}"/>
                </a:ext>
              </a:extLst>
            </p:cNvPr>
            <p:cNvSpPr txBox="1"/>
            <p:nvPr/>
          </p:nvSpPr>
          <p:spPr>
            <a:xfrm>
              <a:off x="7144810" y="2293656"/>
              <a:ext cx="14515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FAFCF4"/>
                  </a:solidFill>
                  <a:effectLst/>
                  <a:latin typeface="Jost"/>
                </a:rPr>
                <a:t>#FBFAF5</a:t>
              </a:r>
              <a:endParaRPr lang="bg-BG" dirty="0">
                <a:solidFill>
                  <a:srgbClr val="FAFCF4"/>
                </a:solidFill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2E344C5-7D22-47B0-BE7C-2696514533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3497" t="-2383" r="13105"/>
            <a:stretch/>
          </p:blipFill>
          <p:spPr>
            <a:xfrm>
              <a:off x="6940804" y="1324080"/>
              <a:ext cx="1419423" cy="946073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8FF6DFE-A8D3-4E5F-9423-7A1FAF8082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9460" t="19859"/>
            <a:stretch/>
          </p:blipFill>
          <p:spPr>
            <a:xfrm>
              <a:off x="4889584" y="1324080"/>
              <a:ext cx="1419423" cy="969576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E99C7E6-4FE3-4DCA-92B5-2789D14195AB}"/>
                </a:ext>
              </a:extLst>
            </p:cNvPr>
            <p:cNvSpPr txBox="1"/>
            <p:nvPr/>
          </p:nvSpPr>
          <p:spPr>
            <a:xfrm>
              <a:off x="5025643" y="2333850"/>
              <a:ext cx="1235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0" i="0" dirty="0">
                  <a:solidFill>
                    <a:srgbClr val="FAFCF4"/>
                  </a:solidFill>
                  <a:effectLst/>
                  <a:latin typeface="Work Sans" panose="020B0604020202020204" pitchFamily="2" charset="0"/>
                </a:rPr>
                <a:t>#ff073a</a:t>
              </a:r>
              <a:endParaRPr lang="bg-BG" dirty="0">
                <a:solidFill>
                  <a:srgbClr val="FAFCF4"/>
                </a:solidFill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E109D57-B88D-434A-BC29-4F2900F867CD}"/>
              </a:ext>
            </a:extLst>
          </p:cNvPr>
          <p:cNvSpPr txBox="1"/>
          <p:nvPr/>
        </p:nvSpPr>
        <p:spPr>
          <a:xfrm>
            <a:off x="7506390" y="1591982"/>
            <a:ext cx="38304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400" b="1" dirty="0">
                <a:solidFill>
                  <a:schemeClr val="bg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713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BAEB0-6B98-4CEA-9CAB-DDE21A04A414}"/>
              </a:ext>
            </a:extLst>
          </p:cNvPr>
          <p:cNvSpPr txBox="1"/>
          <p:nvPr/>
        </p:nvSpPr>
        <p:spPr>
          <a:xfrm>
            <a:off x="419100" y="114300"/>
            <a:ext cx="452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3200" b="1" dirty="0">
                <a:solidFill>
                  <a:schemeClr val="bg1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Основни шрифтове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17645-FB07-4603-9402-D00167394E07}"/>
              </a:ext>
            </a:extLst>
          </p:cNvPr>
          <p:cNvSpPr txBox="1"/>
          <p:nvPr/>
        </p:nvSpPr>
        <p:spPr>
          <a:xfrm>
            <a:off x="2108200" y="151130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AFCF4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Kruvenvrag – MS Mincho</a:t>
            </a:r>
            <a:endParaRPr lang="bg-BG" sz="2800" dirty="0">
              <a:solidFill>
                <a:srgbClr val="FAFCF4"/>
              </a:solidFill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AC4D5-AEE5-4780-889F-E26D48E2E5C4}"/>
              </a:ext>
            </a:extLst>
          </p:cNvPr>
          <p:cNvSpPr txBox="1"/>
          <p:nvPr/>
        </p:nvSpPr>
        <p:spPr>
          <a:xfrm>
            <a:off x="2133600" y="2247900"/>
            <a:ext cx="459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73A"/>
                </a:solidFill>
                <a:latin typeface="Minecraftia" panose="00000400000000000000" pitchFamily="2" charset="0"/>
                <a:cs typeface="Minecraftia" panose="00000400000000000000" pitchFamily="2" charset="0"/>
              </a:rPr>
              <a:t>Kruvenvrag - Minecraftia</a:t>
            </a:r>
            <a:endParaRPr lang="bg-BG" sz="2000" dirty="0">
              <a:solidFill>
                <a:srgbClr val="FF073A"/>
              </a:solidFill>
              <a:latin typeface="Minecraftia" panose="00000400000000000000" pitchFamily="2" charset="0"/>
              <a:cs typeface="Minecraftia" panose="000004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C006E-1002-40D6-9EFC-942F58F000C7}"/>
              </a:ext>
            </a:extLst>
          </p:cNvPr>
          <p:cNvSpPr txBox="1"/>
          <p:nvPr/>
        </p:nvSpPr>
        <p:spPr>
          <a:xfrm>
            <a:off x="2133600" y="2648010"/>
            <a:ext cx="383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A7A7A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Kruvenvrag - Andalus</a:t>
            </a:r>
            <a:endParaRPr lang="bg-BG" sz="2800" dirty="0">
              <a:solidFill>
                <a:srgbClr val="7A7A7A"/>
              </a:solidFill>
              <a:cs typeface="Andalus" panose="02020603050405020304" pitchFamily="18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F5ED6E-7BDB-4ED1-B742-2DCE739B7C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E019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" y="1038784"/>
            <a:ext cx="12052463" cy="53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0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4D5C-10AE-468C-A2EC-DBF11F9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solidFill>
                  <a:srgbClr val="FAFCF4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Лог</a:t>
            </a:r>
            <a:r>
              <a:rPr lang="en-US" dirty="0">
                <a:solidFill>
                  <a:srgbClr val="FAFCF4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o</a:t>
            </a:r>
            <a:endParaRPr lang="bg-BG" dirty="0">
              <a:solidFill>
                <a:srgbClr val="FAFCF4"/>
              </a:solidFill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AEC45-507F-40BF-BE90-3B37597FC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8" b="89892" l="5221" r="93574">
                        <a14:foregroundMark x1="51004" y1="57040" x2="51004" y2="57040"/>
                        <a14:foregroundMark x1="50736" y1="51805" x2="51138" y2="58484"/>
                        <a14:foregroundMark x1="51807" y1="53971" x2="51539" y2="58845"/>
                        <a14:foregroundMark x1="58501" y1="56859" x2="59973" y2="49097"/>
                        <a14:foregroundMark x1="61981" y1="55054" x2="63722" y2="68231"/>
                        <a14:foregroundMark x1="87684" y1="59025" x2="87684" y2="59025"/>
                        <a14:foregroundMark x1="87550" y1="59025" x2="87550" y2="59025"/>
                        <a14:foregroundMark x1="88353" y1="53069" x2="88353" y2="53069"/>
                        <a14:foregroundMark x1="90361" y1="50542" x2="87684" y2="53069"/>
                        <a14:foregroundMark x1="93440" y1="51625" x2="93842" y2="52527"/>
                        <a14:foregroundMark x1="6024" y1="38809" x2="6024" y2="38809"/>
                        <a14:foregroundMark x1="5221" y1="23105" x2="5221" y2="23105"/>
                        <a14:foregroundMark x1="9772" y1="22744" x2="9772" y2="22744"/>
                        <a14:foregroundMark x1="10977" y1="21841" x2="10977" y2="21841"/>
                        <a14:foregroundMark x1="36145" y1="25271" x2="36145" y2="25271"/>
                        <a14:foregroundMark x1="45649" y1="22924" x2="45649" y2="22924"/>
                        <a14:foregroundMark x1="48059" y1="34657" x2="48059" y2="34657"/>
                        <a14:foregroundMark x1="70281" y1="44404" x2="70281" y2="44404"/>
                        <a14:foregroundMark x1="65194" y1="39711" x2="65194" y2="39711"/>
                        <a14:foregroundMark x1="67604" y1="40794" x2="67604" y2="40794"/>
                        <a14:foregroundMark x1="38019" y1="15704" x2="38019" y2="15704"/>
                        <a14:foregroundMark x1="49130" y1="68953" x2="49130" y2="68953"/>
                        <a14:foregroundMark x1="71084" y1="83574" x2="71084" y2="83574"/>
                        <a14:foregroundMark x1="73896" y1="84116" x2="73896" y2="84116"/>
                        <a14:foregroundMark x1="76573" y1="83755" x2="76573" y2="83755"/>
                        <a14:foregroundMark x1="39893" y1="65523" x2="39893" y2="65523"/>
                        <a14:foregroundMark x1="41365" y1="63538" x2="41365" y2="63538"/>
                        <a14:foregroundMark x1="43507" y1="63538" x2="43507" y2="63538"/>
                        <a14:foregroundMark x1="44980" y1="65343" x2="44980" y2="65343"/>
                        <a14:foregroundMark x1="44712" y1="64440" x2="44712" y2="64440"/>
                        <a14:foregroundMark x1="44177" y1="63899" x2="44177" y2="63899"/>
                        <a14:foregroundMark x1="29987" y1="70397" x2="29987" y2="70397"/>
                        <a14:foregroundMark x1="28916" y1="71480" x2="28916" y2="71480"/>
                        <a14:foregroundMark x1="27443" y1="73827" x2="27443" y2="73827"/>
                        <a14:foregroundMark x1="24230" y1="76354" x2="24230" y2="76354"/>
                        <a14:foregroundMark x1="25435" y1="75451" x2="25435" y2="75451"/>
                        <a14:foregroundMark x1="25837" y1="74910" x2="25837" y2="74910"/>
                        <a14:foregroundMark x1="47657" y1="58484" x2="47657" y2="58484"/>
                        <a14:foregroundMark x1="48327" y1="58123" x2="48327" y2="58123"/>
                        <a14:foregroundMark x1="48996" y1="57942" x2="48996" y2="57942"/>
                        <a14:foregroundMark x1="14726" y1="62274" x2="14726" y2="62274"/>
                        <a14:foregroundMark x1="14592" y1="66245" x2="14592" y2="66245"/>
                        <a14:foregroundMark x1="57162" y1="49278" x2="57162" y2="49278"/>
                        <a14:foregroundMark x1="57831" y1="48556" x2="57831" y2="48556"/>
                        <a14:foregroundMark x1="41499" y1="30505" x2="41499" y2="30505"/>
                        <a14:foregroundMark x1="40964" y1="31047" x2="40964" y2="31047"/>
                        <a14:foregroundMark x1="28380" y1="59386" x2="28380" y2="59386"/>
                        <a14:foregroundMark x1="28514" y1="59206" x2="28514" y2="59206"/>
                        <a14:foregroundMark x1="28380" y1="59567" x2="28380" y2="59567"/>
                        <a14:foregroundMark x1="28648" y1="59206" x2="27845" y2="59567"/>
                        <a14:foregroundMark x1="28648" y1="59386" x2="28648" y2="59386"/>
                        <a14:foregroundMark x1="28648" y1="59386" x2="28112" y2="60108"/>
                        <a14:foregroundMark x1="29987" y1="61191" x2="29451" y2="61733"/>
                        <a14:foregroundMark x1="30790" y1="64079" x2="30120" y2="64801"/>
                        <a14:foregroundMark x1="27175" y1="73466" x2="27175" y2="73466"/>
                        <a14:foregroundMark x1="28246" y1="72563" x2="28246" y2="72563"/>
                        <a14:foregroundMark x1="26506" y1="74368" x2="26506" y2="74368"/>
                        <a14:foregroundMark x1="27845" y1="73285" x2="27845" y2="73285"/>
                        <a14:foregroundMark x1="28648" y1="72022" x2="28648" y2="72022"/>
                        <a14:foregroundMark x1="29050" y1="71300" x2="29050" y2="71300"/>
                        <a14:foregroundMark x1="29585" y1="71661" x2="29585" y2="71661"/>
                        <a14:foregroundMark x1="30120" y1="70758" x2="30120" y2="70758"/>
                        <a14:foregroundMark x1="25703" y1="75271" x2="25703" y2="75271"/>
                        <a14:backgroundMark x1="10576" y1="59567" x2="10576" y2="59567"/>
                      </a14:backgroundRemoval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916" y="790206"/>
            <a:ext cx="7116168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4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MS Mincho</vt:lpstr>
      <vt:lpstr>Andalus</vt:lpstr>
      <vt:lpstr>Arial</vt:lpstr>
      <vt:lpstr>Calibri</vt:lpstr>
      <vt:lpstr>Calibri Light</vt:lpstr>
      <vt:lpstr>Google Sans</vt:lpstr>
      <vt:lpstr>Jost</vt:lpstr>
      <vt:lpstr>Minecraftia</vt:lpstr>
      <vt:lpstr>rubik</vt:lpstr>
      <vt:lpstr>Work Sans</vt:lpstr>
      <vt:lpstr>Office Theme</vt:lpstr>
      <vt:lpstr>PowerPoint Presentation</vt:lpstr>
      <vt:lpstr>Основни цветове</vt:lpstr>
      <vt:lpstr>PowerPoint Presentation</vt:lpstr>
      <vt:lpstr>Логo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Kruvenvrag</dc:title>
  <dc:creator>USER</dc:creator>
  <cp:lastModifiedBy>USER</cp:lastModifiedBy>
  <cp:revision>9</cp:revision>
  <dcterms:created xsi:type="dcterms:W3CDTF">2026-02-19T09:21:40Z</dcterms:created>
  <dcterms:modified xsi:type="dcterms:W3CDTF">2026-02-20T06:32:18Z</dcterms:modified>
</cp:coreProperties>
</file>