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314C"/>
    <a:srgbClr val="FF6565"/>
    <a:srgbClr val="FE019A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B99-ED7F-4CE6-B98E-33E19E40DCCB}" type="datetimeFigureOut">
              <a:rPr lang="bg-BG" smtClean="0"/>
              <a:t>23.02.2026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7EF5-0786-44BE-8B7D-E68D7D9CE7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94261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B99-ED7F-4CE6-B98E-33E19E40DCCB}" type="datetimeFigureOut">
              <a:rPr lang="bg-BG" smtClean="0"/>
              <a:t>23.02.2026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7EF5-0786-44BE-8B7D-E68D7D9CE7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64744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B99-ED7F-4CE6-B98E-33E19E40DCCB}" type="datetimeFigureOut">
              <a:rPr lang="bg-BG" smtClean="0"/>
              <a:t>23.02.2026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7EF5-0786-44BE-8B7D-E68D7D9CE7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12406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B99-ED7F-4CE6-B98E-33E19E40DCCB}" type="datetimeFigureOut">
              <a:rPr lang="bg-BG" smtClean="0"/>
              <a:t>23.02.2026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7EF5-0786-44BE-8B7D-E68D7D9CE7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9928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B99-ED7F-4CE6-B98E-33E19E40DCCB}" type="datetimeFigureOut">
              <a:rPr lang="bg-BG" smtClean="0"/>
              <a:t>23.02.2026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7EF5-0786-44BE-8B7D-E68D7D9CE7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99649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B99-ED7F-4CE6-B98E-33E19E40DCCB}" type="datetimeFigureOut">
              <a:rPr lang="bg-BG" smtClean="0"/>
              <a:t>23.02.2026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7EF5-0786-44BE-8B7D-E68D7D9CE7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2168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B99-ED7F-4CE6-B98E-33E19E40DCCB}" type="datetimeFigureOut">
              <a:rPr lang="bg-BG" smtClean="0"/>
              <a:t>23.02.2026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7EF5-0786-44BE-8B7D-E68D7D9CE7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51820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B99-ED7F-4CE6-B98E-33E19E40DCCB}" type="datetimeFigureOut">
              <a:rPr lang="bg-BG" smtClean="0"/>
              <a:t>23.02.2026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7EF5-0786-44BE-8B7D-E68D7D9CE7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17976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B99-ED7F-4CE6-B98E-33E19E40DCCB}" type="datetimeFigureOut">
              <a:rPr lang="bg-BG" smtClean="0"/>
              <a:t>23.02.2026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7EF5-0786-44BE-8B7D-E68D7D9CE7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86307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B99-ED7F-4CE6-B98E-33E19E40DCCB}" type="datetimeFigureOut">
              <a:rPr lang="bg-BG" smtClean="0"/>
              <a:t>23.02.2026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7EF5-0786-44BE-8B7D-E68D7D9CE7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06490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B99-ED7F-4CE6-B98E-33E19E40DCCB}" type="datetimeFigureOut">
              <a:rPr lang="bg-BG" smtClean="0"/>
              <a:t>23.02.2026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7EF5-0786-44BE-8B7D-E68D7D9CE7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63768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EEB99-ED7F-4CE6-B98E-33E19E40DCCB}" type="datetimeFigureOut">
              <a:rPr lang="bg-BG" smtClean="0"/>
              <a:t>23.02.2026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A7EF5-0786-44BE-8B7D-E68D7D9CE7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863007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EABD45-0F09-43B2-B0FB-81D514415AD3}"/>
              </a:ext>
            </a:extLst>
          </p:cNvPr>
          <p:cNvSpPr txBox="1"/>
          <p:nvPr/>
        </p:nvSpPr>
        <p:spPr>
          <a:xfrm>
            <a:off x="4415366" y="76200"/>
            <a:ext cx="3361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НАЧАЛНА СТРАНИЦА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47F6BC-8B2C-4092-8F5A-0376B9088A4B}"/>
              </a:ext>
            </a:extLst>
          </p:cNvPr>
          <p:cNvGrpSpPr/>
          <p:nvPr/>
        </p:nvGrpSpPr>
        <p:grpSpPr>
          <a:xfrm>
            <a:off x="142874" y="873353"/>
            <a:ext cx="11906250" cy="5953929"/>
            <a:chOff x="142874" y="873353"/>
            <a:chExt cx="11906250" cy="59539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DDF0046-BA5A-4EF6-BA73-B66C721F737C}"/>
                </a:ext>
              </a:extLst>
            </p:cNvPr>
            <p:cNvSpPr txBox="1"/>
            <p:nvPr/>
          </p:nvSpPr>
          <p:spPr>
            <a:xfrm>
              <a:off x="5172074" y="873353"/>
              <a:ext cx="1847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bg-BG" dirty="0">
                  <a:latin typeface="MS Mincho" panose="02020609040205080304" pitchFamily="49" charset="-128"/>
                  <a:ea typeface="MS Mincho" panose="02020609040205080304" pitchFamily="49" charset="-128"/>
                </a:rPr>
                <a:t>Лого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DF0AA61-9CEE-470E-914F-436CFC044C11}"/>
                </a:ext>
              </a:extLst>
            </p:cNvPr>
            <p:cNvGrpSpPr/>
            <p:nvPr/>
          </p:nvGrpSpPr>
          <p:grpSpPr>
            <a:xfrm>
              <a:off x="142874" y="1834634"/>
              <a:ext cx="11906250" cy="369332"/>
              <a:chOff x="142874" y="1834634"/>
              <a:chExt cx="11906250" cy="36933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D242163-72FB-4112-86E1-6C936BA7DBE7}"/>
                  </a:ext>
                </a:extLst>
              </p:cNvPr>
              <p:cNvSpPr/>
              <p:nvPr/>
            </p:nvSpPr>
            <p:spPr>
              <a:xfrm>
                <a:off x="142874" y="1885950"/>
                <a:ext cx="11906250" cy="2667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5C60DD-E3B7-4D02-A56C-7C0CCA46CF83}"/>
                  </a:ext>
                </a:extLst>
              </p:cNvPr>
              <p:cNvSpPr txBox="1"/>
              <p:nvPr/>
            </p:nvSpPr>
            <p:spPr>
              <a:xfrm>
                <a:off x="4531782" y="1834634"/>
                <a:ext cx="3128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MS Mincho" panose="02020609040205080304" pitchFamily="49" charset="-128"/>
                    <a:ea typeface="MS Mincho" panose="02020609040205080304" pitchFamily="49" charset="-128"/>
                  </a:rPr>
                  <a:t>Navigation bar</a:t>
                </a:r>
                <a:endParaRPr lang="bg-BG" dirty="0">
                  <a:latin typeface="MS Mincho" panose="02020609040205080304" pitchFamily="49" charset="-128"/>
                  <a:ea typeface="MS Mincho" panose="02020609040205080304" pitchFamily="49" charset="-128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86C395B-5F66-4F53-A271-0D0B38F15E11}"/>
                </a:ext>
              </a:extLst>
            </p:cNvPr>
            <p:cNvGrpSpPr/>
            <p:nvPr/>
          </p:nvGrpSpPr>
          <p:grpSpPr>
            <a:xfrm>
              <a:off x="142874" y="6457950"/>
              <a:ext cx="11906250" cy="369332"/>
              <a:chOff x="142874" y="6457950"/>
              <a:chExt cx="11906250" cy="369332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2FF0E76-05C7-4239-93B0-869FC6651824}"/>
                  </a:ext>
                </a:extLst>
              </p:cNvPr>
              <p:cNvSpPr/>
              <p:nvPr/>
            </p:nvSpPr>
            <p:spPr>
              <a:xfrm>
                <a:off x="142874" y="6509266"/>
                <a:ext cx="11906250" cy="2667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4370A8-8B02-4363-8697-17A09BC9CBD2}"/>
                  </a:ext>
                </a:extLst>
              </p:cNvPr>
              <p:cNvSpPr txBox="1"/>
              <p:nvPr/>
            </p:nvSpPr>
            <p:spPr>
              <a:xfrm>
                <a:off x="5591174" y="6457950"/>
                <a:ext cx="1009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MS Mincho" panose="02020609040205080304" pitchFamily="49" charset="-128"/>
                    <a:ea typeface="MS Mincho" panose="02020609040205080304" pitchFamily="49" charset="-128"/>
                  </a:rPr>
                  <a:t>Footer</a:t>
                </a:r>
                <a:endParaRPr lang="bg-BG" dirty="0">
                  <a:latin typeface="MS Mincho" panose="02020609040205080304" pitchFamily="49" charset="-128"/>
                  <a:ea typeface="MS Mincho" panose="02020609040205080304" pitchFamily="49" charset="-12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0961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90CA8F-C60F-4137-BAFE-35C2038CBB50}"/>
              </a:ext>
            </a:extLst>
          </p:cNvPr>
          <p:cNvSpPr/>
          <p:nvPr/>
        </p:nvSpPr>
        <p:spPr>
          <a:xfrm>
            <a:off x="247649" y="4357687"/>
            <a:ext cx="11696700" cy="1822965"/>
          </a:xfrm>
          <a:prstGeom prst="rect">
            <a:avLst/>
          </a:prstGeom>
          <a:solidFill>
            <a:srgbClr val="FF6565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861B8A-7178-4F11-A6B2-E4DD80117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12"/>
            <a:ext cx="10515600" cy="53022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Bio</a:t>
            </a:r>
            <a:endParaRPr lang="bg-BG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10385F4-9EA0-4BCF-8000-08497349A014}"/>
              </a:ext>
            </a:extLst>
          </p:cNvPr>
          <p:cNvGrpSpPr/>
          <p:nvPr/>
        </p:nvGrpSpPr>
        <p:grpSpPr>
          <a:xfrm>
            <a:off x="142874" y="1834634"/>
            <a:ext cx="11906250" cy="369332"/>
            <a:chOff x="142874" y="1834634"/>
            <a:chExt cx="11906250" cy="36933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2E5D11D-9BAB-4116-82FC-79C9A90EB83F}"/>
                </a:ext>
              </a:extLst>
            </p:cNvPr>
            <p:cNvSpPr/>
            <p:nvPr/>
          </p:nvSpPr>
          <p:spPr>
            <a:xfrm>
              <a:off x="142874" y="1885950"/>
              <a:ext cx="11906250" cy="2667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2DC598-B3D8-4855-B54F-B3C5F8262FA6}"/>
                </a:ext>
              </a:extLst>
            </p:cNvPr>
            <p:cNvSpPr txBox="1"/>
            <p:nvPr/>
          </p:nvSpPr>
          <p:spPr>
            <a:xfrm>
              <a:off x="4531782" y="1834634"/>
              <a:ext cx="31284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MS Mincho" panose="02020609040205080304" pitchFamily="49" charset="-128"/>
                  <a:ea typeface="MS Mincho" panose="02020609040205080304" pitchFamily="49" charset="-128"/>
                </a:rPr>
                <a:t>Navigation bar</a:t>
              </a:r>
              <a:endParaRPr lang="bg-BG" dirty="0">
                <a:latin typeface="MS Mincho" panose="02020609040205080304" pitchFamily="49" charset="-128"/>
                <a:ea typeface="MS Mincho" panose="02020609040205080304" pitchFamily="49" charset="-128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F22E44C-F8EC-451C-B063-87C6FD73F5EA}"/>
              </a:ext>
            </a:extLst>
          </p:cNvPr>
          <p:cNvGrpSpPr/>
          <p:nvPr/>
        </p:nvGrpSpPr>
        <p:grpSpPr>
          <a:xfrm>
            <a:off x="142874" y="6457950"/>
            <a:ext cx="11906250" cy="369332"/>
            <a:chOff x="142874" y="6457950"/>
            <a:chExt cx="11906250" cy="3693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D4EC37-0431-4662-8021-F4E314BC723F}"/>
                </a:ext>
              </a:extLst>
            </p:cNvPr>
            <p:cNvSpPr/>
            <p:nvPr/>
          </p:nvSpPr>
          <p:spPr>
            <a:xfrm>
              <a:off x="142874" y="6509266"/>
              <a:ext cx="11906250" cy="2667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7C06D68-8DFB-4A17-8D8E-26EE27666DD9}"/>
                </a:ext>
              </a:extLst>
            </p:cNvPr>
            <p:cNvSpPr txBox="1"/>
            <p:nvPr/>
          </p:nvSpPr>
          <p:spPr>
            <a:xfrm>
              <a:off x="5591174" y="6457950"/>
              <a:ext cx="1009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MS Mincho" panose="02020609040205080304" pitchFamily="49" charset="-128"/>
                  <a:ea typeface="MS Mincho" panose="02020609040205080304" pitchFamily="49" charset="-128"/>
                </a:rPr>
                <a:t>Footer</a:t>
              </a:r>
              <a:endParaRPr lang="bg-BG" dirty="0">
                <a:latin typeface="MS Mincho" panose="02020609040205080304" pitchFamily="49" charset="-128"/>
                <a:ea typeface="MS Mincho" panose="02020609040205080304" pitchFamily="49" charset="-128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AD78A8B-B3EE-452F-B865-1812D5D62318}"/>
              </a:ext>
            </a:extLst>
          </p:cNvPr>
          <p:cNvSpPr txBox="1"/>
          <p:nvPr/>
        </p:nvSpPr>
        <p:spPr>
          <a:xfrm>
            <a:off x="5172074" y="873353"/>
            <a:ext cx="184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MS Mincho" panose="02020609040205080304" pitchFamily="49" charset="-128"/>
                <a:ea typeface="MS Mincho" panose="02020609040205080304" pitchFamily="49" charset="-128"/>
              </a:rPr>
              <a:t>Лого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66B05A6-B53B-4164-938A-D4AA1069DC89}"/>
              </a:ext>
            </a:extLst>
          </p:cNvPr>
          <p:cNvGrpSpPr/>
          <p:nvPr/>
        </p:nvGrpSpPr>
        <p:grpSpPr>
          <a:xfrm>
            <a:off x="266700" y="2339460"/>
            <a:ext cx="11696700" cy="1822965"/>
            <a:chOff x="266700" y="2339460"/>
            <a:chExt cx="11696700" cy="182296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DCA228C-6005-4A28-A089-B24625467B1B}"/>
                </a:ext>
              </a:extLst>
            </p:cNvPr>
            <p:cNvSpPr/>
            <p:nvPr/>
          </p:nvSpPr>
          <p:spPr>
            <a:xfrm>
              <a:off x="266700" y="2339460"/>
              <a:ext cx="11696700" cy="1822965"/>
            </a:xfrm>
            <a:prstGeom prst="rect">
              <a:avLst/>
            </a:prstGeom>
            <a:solidFill>
              <a:srgbClr val="FF6565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1807C9B-E0CE-471C-AD93-3C2E0A0FACE1}"/>
                </a:ext>
              </a:extLst>
            </p:cNvPr>
            <p:cNvSpPr/>
            <p:nvPr/>
          </p:nvSpPr>
          <p:spPr>
            <a:xfrm>
              <a:off x="342901" y="2390776"/>
              <a:ext cx="1695449" cy="1695449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rgbClr val="FF0000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CE08028-D23A-4F9F-8F66-B9DFCA611F85}"/>
                </a:ext>
              </a:extLst>
            </p:cNvPr>
            <p:cNvSpPr txBox="1"/>
            <p:nvPr/>
          </p:nvSpPr>
          <p:spPr>
            <a:xfrm>
              <a:off x="642937" y="2915334"/>
              <a:ext cx="10953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Image section 1</a:t>
              </a:r>
              <a:endParaRPr lang="bg-BG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F7DC13-D8B3-4A48-B61A-CEE296AED086}"/>
                </a:ext>
              </a:extLst>
            </p:cNvPr>
            <p:cNvSpPr txBox="1"/>
            <p:nvPr/>
          </p:nvSpPr>
          <p:spPr>
            <a:xfrm>
              <a:off x="5591174" y="3069877"/>
              <a:ext cx="16954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Text Section 1</a:t>
              </a:r>
              <a:endParaRPr lang="bg-BG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A8398D58-333E-464C-A383-1FE05FA41007}"/>
              </a:ext>
            </a:extLst>
          </p:cNvPr>
          <p:cNvSpPr/>
          <p:nvPr/>
        </p:nvSpPr>
        <p:spPr>
          <a:xfrm>
            <a:off x="10172701" y="4421444"/>
            <a:ext cx="1695449" cy="169544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F098BE-408A-4BB6-B276-11404A932746}"/>
              </a:ext>
            </a:extLst>
          </p:cNvPr>
          <p:cNvSpPr txBox="1"/>
          <p:nvPr/>
        </p:nvSpPr>
        <p:spPr>
          <a:xfrm>
            <a:off x="10472737" y="4946002"/>
            <a:ext cx="1095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section 2</a:t>
            </a:r>
            <a:endParaRPr lang="bg-BG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9C9648-E47B-431B-8872-9B517969EB3E}"/>
              </a:ext>
            </a:extLst>
          </p:cNvPr>
          <p:cNvSpPr txBox="1"/>
          <p:nvPr/>
        </p:nvSpPr>
        <p:spPr>
          <a:xfrm>
            <a:off x="5591173" y="5084501"/>
            <a:ext cx="1695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Section 2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158781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557A3A3-4521-4D45-93D4-840A4E80012F}"/>
              </a:ext>
            </a:extLst>
          </p:cNvPr>
          <p:cNvGrpSpPr/>
          <p:nvPr/>
        </p:nvGrpSpPr>
        <p:grpSpPr>
          <a:xfrm>
            <a:off x="142874" y="873353"/>
            <a:ext cx="11906250" cy="5953929"/>
            <a:chOff x="142874" y="873353"/>
            <a:chExt cx="11906250" cy="59539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025E7F2-D400-49A6-896F-26A2DCEACEE1}"/>
                </a:ext>
              </a:extLst>
            </p:cNvPr>
            <p:cNvSpPr txBox="1"/>
            <p:nvPr/>
          </p:nvSpPr>
          <p:spPr>
            <a:xfrm>
              <a:off x="5172074" y="873353"/>
              <a:ext cx="1847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bg-BG" dirty="0">
                  <a:latin typeface="MS Mincho" panose="02020609040205080304" pitchFamily="49" charset="-128"/>
                  <a:ea typeface="MS Mincho" panose="02020609040205080304" pitchFamily="49" charset="-128"/>
                </a:rPr>
                <a:t>Лого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6F94254-EDDD-4A25-84BE-645166056157}"/>
                </a:ext>
              </a:extLst>
            </p:cNvPr>
            <p:cNvGrpSpPr/>
            <p:nvPr/>
          </p:nvGrpSpPr>
          <p:grpSpPr>
            <a:xfrm>
              <a:off x="142874" y="1834634"/>
              <a:ext cx="11906250" cy="369332"/>
              <a:chOff x="142874" y="1834634"/>
              <a:chExt cx="11906250" cy="369332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903797C-ACE4-4620-90F1-0581079FA7A1}"/>
                  </a:ext>
                </a:extLst>
              </p:cNvPr>
              <p:cNvSpPr/>
              <p:nvPr/>
            </p:nvSpPr>
            <p:spPr>
              <a:xfrm>
                <a:off x="142874" y="1885950"/>
                <a:ext cx="11906250" cy="2667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FF55823-56AA-48BC-9F1F-2A3544FBB1E4}"/>
                  </a:ext>
                </a:extLst>
              </p:cNvPr>
              <p:cNvSpPr txBox="1"/>
              <p:nvPr/>
            </p:nvSpPr>
            <p:spPr>
              <a:xfrm>
                <a:off x="4531782" y="1834634"/>
                <a:ext cx="3128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MS Mincho" panose="02020609040205080304" pitchFamily="49" charset="-128"/>
                    <a:ea typeface="MS Mincho" panose="02020609040205080304" pitchFamily="49" charset="-128"/>
                  </a:rPr>
                  <a:t>Navigation bar</a:t>
                </a:r>
                <a:endParaRPr lang="bg-BG" dirty="0">
                  <a:latin typeface="MS Mincho" panose="02020609040205080304" pitchFamily="49" charset="-128"/>
                  <a:ea typeface="MS Mincho" panose="02020609040205080304" pitchFamily="49" charset="-128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8558819-8B3F-4E4D-83F0-542E363A6DBA}"/>
                </a:ext>
              </a:extLst>
            </p:cNvPr>
            <p:cNvGrpSpPr/>
            <p:nvPr/>
          </p:nvGrpSpPr>
          <p:grpSpPr>
            <a:xfrm>
              <a:off x="142874" y="6457950"/>
              <a:ext cx="11906250" cy="369332"/>
              <a:chOff x="142874" y="6457950"/>
              <a:chExt cx="11906250" cy="3693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12E7D4D-F63A-4234-B7DF-CA256452DE6C}"/>
                  </a:ext>
                </a:extLst>
              </p:cNvPr>
              <p:cNvSpPr/>
              <p:nvPr/>
            </p:nvSpPr>
            <p:spPr>
              <a:xfrm>
                <a:off x="142874" y="6509266"/>
                <a:ext cx="11906250" cy="2667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2EAAAA-00D9-4EAE-8826-5D184FD66539}"/>
                  </a:ext>
                </a:extLst>
              </p:cNvPr>
              <p:cNvSpPr txBox="1"/>
              <p:nvPr/>
            </p:nvSpPr>
            <p:spPr>
              <a:xfrm>
                <a:off x="5591174" y="6457950"/>
                <a:ext cx="1009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MS Mincho" panose="02020609040205080304" pitchFamily="49" charset="-128"/>
                    <a:ea typeface="MS Mincho" panose="02020609040205080304" pitchFamily="49" charset="-128"/>
                  </a:rPr>
                  <a:t>Footer</a:t>
                </a:r>
                <a:endParaRPr lang="bg-BG" dirty="0">
                  <a:latin typeface="MS Mincho" panose="02020609040205080304" pitchFamily="49" charset="-128"/>
                  <a:ea typeface="MS Mincho" panose="02020609040205080304" pitchFamily="49" charset="-128"/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4DACB0B-7F07-441B-BF07-DFF357B82169}"/>
              </a:ext>
            </a:extLst>
          </p:cNvPr>
          <p:cNvSpPr txBox="1"/>
          <p:nvPr/>
        </p:nvSpPr>
        <p:spPr>
          <a:xfrm>
            <a:off x="5072061" y="293697"/>
            <a:ext cx="2047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GUN AND THE FLAG</a:t>
            </a:r>
            <a:endParaRPr lang="bg-BG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DA2EDC-5DBA-4654-A1D6-33C50E691007}"/>
              </a:ext>
            </a:extLst>
          </p:cNvPr>
          <p:cNvGrpSpPr/>
          <p:nvPr/>
        </p:nvGrpSpPr>
        <p:grpSpPr>
          <a:xfrm>
            <a:off x="266700" y="2339460"/>
            <a:ext cx="11696700" cy="1822965"/>
            <a:chOff x="266700" y="2339460"/>
            <a:chExt cx="11696700" cy="182296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B41E967-E1E1-4F26-85AE-7DF61EF50001}"/>
                </a:ext>
              </a:extLst>
            </p:cNvPr>
            <p:cNvSpPr/>
            <p:nvPr/>
          </p:nvSpPr>
          <p:spPr>
            <a:xfrm>
              <a:off x="266700" y="2339460"/>
              <a:ext cx="11696700" cy="1822965"/>
            </a:xfrm>
            <a:prstGeom prst="rect">
              <a:avLst/>
            </a:prstGeom>
            <a:solidFill>
              <a:srgbClr val="FF6565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5697501-16F2-4E56-B0B7-A2B9F27F46D5}"/>
                </a:ext>
              </a:extLst>
            </p:cNvPr>
            <p:cNvSpPr/>
            <p:nvPr/>
          </p:nvSpPr>
          <p:spPr>
            <a:xfrm>
              <a:off x="342901" y="2390776"/>
              <a:ext cx="1695449" cy="1695449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rgbClr val="FF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31F75C-D4FB-4849-B7CA-5F47E1235284}"/>
                </a:ext>
              </a:extLst>
            </p:cNvPr>
            <p:cNvSpPr txBox="1"/>
            <p:nvPr/>
          </p:nvSpPr>
          <p:spPr>
            <a:xfrm>
              <a:off x="642937" y="2915334"/>
              <a:ext cx="10953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Image section 1</a:t>
              </a:r>
              <a:endParaRPr lang="bg-BG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C2830A-FD57-4766-B465-07DB3A01537D}"/>
                </a:ext>
              </a:extLst>
            </p:cNvPr>
            <p:cNvSpPr txBox="1"/>
            <p:nvPr/>
          </p:nvSpPr>
          <p:spPr>
            <a:xfrm>
              <a:off x="5591174" y="3069877"/>
              <a:ext cx="16954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Text Section 1</a:t>
              </a:r>
              <a:endParaRPr lang="bg-BG" dirty="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6439B94-39FA-4FB6-8355-A568521868EF}"/>
              </a:ext>
            </a:extLst>
          </p:cNvPr>
          <p:cNvSpPr/>
          <p:nvPr/>
        </p:nvSpPr>
        <p:spPr>
          <a:xfrm>
            <a:off x="266700" y="4424362"/>
            <a:ext cx="11696700" cy="1822965"/>
          </a:xfrm>
          <a:prstGeom prst="rect">
            <a:avLst/>
          </a:prstGeom>
          <a:solidFill>
            <a:srgbClr val="FF65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850DF1-5BA8-4762-B0A2-DE8BDA8D051A}"/>
              </a:ext>
            </a:extLst>
          </p:cNvPr>
          <p:cNvSpPr/>
          <p:nvPr/>
        </p:nvSpPr>
        <p:spPr>
          <a:xfrm>
            <a:off x="8724900" y="4510087"/>
            <a:ext cx="2943225" cy="1651516"/>
          </a:xfrm>
          <a:prstGeom prst="rect">
            <a:avLst/>
          </a:prstGeom>
          <a:solidFill>
            <a:srgbClr val="FE019A"/>
          </a:solidFill>
          <a:ln>
            <a:solidFill>
              <a:srgbClr val="FE01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2B0273-D9F4-44A7-A517-F6B0DD35CC38}"/>
              </a:ext>
            </a:extLst>
          </p:cNvPr>
          <p:cNvSpPr txBox="1"/>
          <p:nvPr/>
        </p:nvSpPr>
        <p:spPr>
          <a:xfrm>
            <a:off x="9324974" y="5151179"/>
            <a:ext cx="1743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Youtube video</a:t>
            </a:r>
            <a:endParaRPr lang="bg-BG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475F99-58FF-40E8-9284-08CD8F68821D}"/>
              </a:ext>
            </a:extLst>
          </p:cNvPr>
          <p:cNvSpPr/>
          <p:nvPr/>
        </p:nvSpPr>
        <p:spPr>
          <a:xfrm>
            <a:off x="342901" y="4488119"/>
            <a:ext cx="1695449" cy="169544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FDDD2C-294B-4288-BA71-76C8DF512B62}"/>
              </a:ext>
            </a:extLst>
          </p:cNvPr>
          <p:cNvSpPr txBox="1"/>
          <p:nvPr/>
        </p:nvSpPr>
        <p:spPr>
          <a:xfrm>
            <a:off x="3057524" y="5051077"/>
            <a:ext cx="1695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Section 2</a:t>
            </a:r>
            <a:endParaRPr lang="bg-BG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0676AE-9B70-4CE5-8B97-EE82B900161D}"/>
              </a:ext>
            </a:extLst>
          </p:cNvPr>
          <p:cNvSpPr txBox="1"/>
          <p:nvPr/>
        </p:nvSpPr>
        <p:spPr>
          <a:xfrm>
            <a:off x="642937" y="5012677"/>
            <a:ext cx="1095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section 2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54455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557A3A3-4521-4D45-93D4-840A4E80012F}"/>
              </a:ext>
            </a:extLst>
          </p:cNvPr>
          <p:cNvGrpSpPr/>
          <p:nvPr/>
        </p:nvGrpSpPr>
        <p:grpSpPr>
          <a:xfrm>
            <a:off x="142874" y="873353"/>
            <a:ext cx="11906250" cy="5953929"/>
            <a:chOff x="142874" y="873353"/>
            <a:chExt cx="11906250" cy="59539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025E7F2-D400-49A6-896F-26A2DCEACEE1}"/>
                </a:ext>
              </a:extLst>
            </p:cNvPr>
            <p:cNvSpPr txBox="1"/>
            <p:nvPr/>
          </p:nvSpPr>
          <p:spPr>
            <a:xfrm>
              <a:off x="5172074" y="873353"/>
              <a:ext cx="1847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bg-BG" dirty="0">
                  <a:latin typeface="MS Mincho" panose="02020609040205080304" pitchFamily="49" charset="-128"/>
                  <a:ea typeface="MS Mincho" panose="02020609040205080304" pitchFamily="49" charset="-128"/>
                </a:rPr>
                <a:t>Лого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6F94254-EDDD-4A25-84BE-645166056157}"/>
                </a:ext>
              </a:extLst>
            </p:cNvPr>
            <p:cNvGrpSpPr/>
            <p:nvPr/>
          </p:nvGrpSpPr>
          <p:grpSpPr>
            <a:xfrm>
              <a:off x="142874" y="1834634"/>
              <a:ext cx="11906250" cy="369332"/>
              <a:chOff x="142874" y="1834634"/>
              <a:chExt cx="11906250" cy="369332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903797C-ACE4-4620-90F1-0581079FA7A1}"/>
                  </a:ext>
                </a:extLst>
              </p:cNvPr>
              <p:cNvSpPr/>
              <p:nvPr/>
            </p:nvSpPr>
            <p:spPr>
              <a:xfrm>
                <a:off x="142874" y="1885950"/>
                <a:ext cx="11906250" cy="2667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FF55823-56AA-48BC-9F1F-2A3544FBB1E4}"/>
                  </a:ext>
                </a:extLst>
              </p:cNvPr>
              <p:cNvSpPr txBox="1"/>
              <p:nvPr/>
            </p:nvSpPr>
            <p:spPr>
              <a:xfrm>
                <a:off x="4531782" y="1834634"/>
                <a:ext cx="3128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MS Mincho" panose="02020609040205080304" pitchFamily="49" charset="-128"/>
                    <a:ea typeface="MS Mincho" panose="02020609040205080304" pitchFamily="49" charset="-128"/>
                  </a:rPr>
                  <a:t>Navigation bar</a:t>
                </a:r>
                <a:endParaRPr lang="bg-BG" dirty="0">
                  <a:latin typeface="MS Mincho" panose="02020609040205080304" pitchFamily="49" charset="-128"/>
                  <a:ea typeface="MS Mincho" panose="02020609040205080304" pitchFamily="49" charset="-128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8558819-8B3F-4E4D-83F0-542E363A6DBA}"/>
                </a:ext>
              </a:extLst>
            </p:cNvPr>
            <p:cNvGrpSpPr/>
            <p:nvPr/>
          </p:nvGrpSpPr>
          <p:grpSpPr>
            <a:xfrm>
              <a:off x="142874" y="6457950"/>
              <a:ext cx="11906250" cy="369332"/>
              <a:chOff x="142874" y="6457950"/>
              <a:chExt cx="11906250" cy="3693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12E7D4D-F63A-4234-B7DF-CA256452DE6C}"/>
                  </a:ext>
                </a:extLst>
              </p:cNvPr>
              <p:cNvSpPr/>
              <p:nvPr/>
            </p:nvSpPr>
            <p:spPr>
              <a:xfrm>
                <a:off x="142874" y="6509266"/>
                <a:ext cx="11906250" cy="2667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2EAAAA-00D9-4EAE-8826-5D184FD66539}"/>
                  </a:ext>
                </a:extLst>
              </p:cNvPr>
              <p:cNvSpPr txBox="1"/>
              <p:nvPr/>
            </p:nvSpPr>
            <p:spPr>
              <a:xfrm>
                <a:off x="5591174" y="6457950"/>
                <a:ext cx="1009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MS Mincho" panose="02020609040205080304" pitchFamily="49" charset="-128"/>
                    <a:ea typeface="MS Mincho" panose="02020609040205080304" pitchFamily="49" charset="-128"/>
                  </a:rPr>
                  <a:t>Footer</a:t>
                </a:r>
                <a:endParaRPr lang="bg-BG" dirty="0">
                  <a:latin typeface="MS Mincho" panose="02020609040205080304" pitchFamily="49" charset="-128"/>
                  <a:ea typeface="MS Mincho" panose="02020609040205080304" pitchFamily="49" charset="-128"/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4DACB0B-7F07-441B-BF07-DFF357B82169}"/>
              </a:ext>
            </a:extLst>
          </p:cNvPr>
          <p:cNvSpPr txBox="1"/>
          <p:nvPr/>
        </p:nvSpPr>
        <p:spPr>
          <a:xfrm>
            <a:off x="5072061" y="337571"/>
            <a:ext cx="2047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ROMBO</a:t>
            </a:r>
            <a:endParaRPr lang="bg-BG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DA2EDC-5DBA-4654-A1D6-33C50E691007}"/>
              </a:ext>
            </a:extLst>
          </p:cNvPr>
          <p:cNvGrpSpPr/>
          <p:nvPr/>
        </p:nvGrpSpPr>
        <p:grpSpPr>
          <a:xfrm>
            <a:off x="266700" y="2339460"/>
            <a:ext cx="11696700" cy="1822965"/>
            <a:chOff x="266700" y="2339460"/>
            <a:chExt cx="11696700" cy="182296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B41E967-E1E1-4F26-85AE-7DF61EF50001}"/>
                </a:ext>
              </a:extLst>
            </p:cNvPr>
            <p:cNvSpPr/>
            <p:nvPr/>
          </p:nvSpPr>
          <p:spPr>
            <a:xfrm>
              <a:off x="266700" y="2339460"/>
              <a:ext cx="11696700" cy="1822965"/>
            </a:xfrm>
            <a:prstGeom prst="rect">
              <a:avLst/>
            </a:prstGeom>
            <a:solidFill>
              <a:srgbClr val="FF6565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5697501-16F2-4E56-B0B7-A2B9F27F46D5}"/>
                </a:ext>
              </a:extLst>
            </p:cNvPr>
            <p:cNvSpPr/>
            <p:nvPr/>
          </p:nvSpPr>
          <p:spPr>
            <a:xfrm>
              <a:off x="342901" y="2390776"/>
              <a:ext cx="1695449" cy="1695449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rgbClr val="FF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31F75C-D4FB-4849-B7CA-5F47E1235284}"/>
                </a:ext>
              </a:extLst>
            </p:cNvPr>
            <p:cNvSpPr txBox="1"/>
            <p:nvPr/>
          </p:nvSpPr>
          <p:spPr>
            <a:xfrm>
              <a:off x="642937" y="2915334"/>
              <a:ext cx="10953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Image section 1</a:t>
              </a:r>
              <a:endParaRPr lang="bg-BG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C2830A-FD57-4766-B465-07DB3A01537D}"/>
                </a:ext>
              </a:extLst>
            </p:cNvPr>
            <p:cNvSpPr txBox="1"/>
            <p:nvPr/>
          </p:nvSpPr>
          <p:spPr>
            <a:xfrm>
              <a:off x="5591174" y="3069877"/>
              <a:ext cx="16954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Text Section 1</a:t>
              </a:r>
              <a:endParaRPr lang="bg-BG" dirty="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6439B94-39FA-4FB6-8355-A568521868EF}"/>
              </a:ext>
            </a:extLst>
          </p:cNvPr>
          <p:cNvSpPr/>
          <p:nvPr/>
        </p:nvSpPr>
        <p:spPr>
          <a:xfrm>
            <a:off x="266700" y="4424362"/>
            <a:ext cx="11696700" cy="1822965"/>
          </a:xfrm>
          <a:prstGeom prst="rect">
            <a:avLst/>
          </a:prstGeom>
          <a:solidFill>
            <a:srgbClr val="FF65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850DF1-5BA8-4762-B0A2-DE8BDA8D051A}"/>
              </a:ext>
            </a:extLst>
          </p:cNvPr>
          <p:cNvSpPr/>
          <p:nvPr/>
        </p:nvSpPr>
        <p:spPr>
          <a:xfrm>
            <a:off x="8724900" y="4510087"/>
            <a:ext cx="2943225" cy="1651516"/>
          </a:xfrm>
          <a:prstGeom prst="rect">
            <a:avLst/>
          </a:prstGeom>
          <a:solidFill>
            <a:srgbClr val="FE019A"/>
          </a:solidFill>
          <a:ln>
            <a:solidFill>
              <a:srgbClr val="FE01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2B0273-D9F4-44A7-A517-F6B0DD35CC38}"/>
              </a:ext>
            </a:extLst>
          </p:cNvPr>
          <p:cNvSpPr txBox="1"/>
          <p:nvPr/>
        </p:nvSpPr>
        <p:spPr>
          <a:xfrm>
            <a:off x="9324974" y="5151179"/>
            <a:ext cx="1743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Youtube video</a:t>
            </a:r>
            <a:endParaRPr lang="bg-BG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475F99-58FF-40E8-9284-08CD8F68821D}"/>
              </a:ext>
            </a:extLst>
          </p:cNvPr>
          <p:cNvSpPr/>
          <p:nvPr/>
        </p:nvSpPr>
        <p:spPr>
          <a:xfrm>
            <a:off x="342901" y="4488119"/>
            <a:ext cx="1695449" cy="169544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FDDD2C-294B-4288-BA71-76C8DF512B62}"/>
              </a:ext>
            </a:extLst>
          </p:cNvPr>
          <p:cNvSpPr txBox="1"/>
          <p:nvPr/>
        </p:nvSpPr>
        <p:spPr>
          <a:xfrm>
            <a:off x="3057524" y="5051077"/>
            <a:ext cx="1695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Section 2</a:t>
            </a:r>
            <a:endParaRPr lang="bg-BG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0676AE-9B70-4CE5-8B97-EE82B900161D}"/>
              </a:ext>
            </a:extLst>
          </p:cNvPr>
          <p:cNvSpPr txBox="1"/>
          <p:nvPr/>
        </p:nvSpPr>
        <p:spPr>
          <a:xfrm>
            <a:off x="642937" y="5012677"/>
            <a:ext cx="1095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section 2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58358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319B1-0B4B-4B36-9F17-44ACF6C2D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51"/>
            <a:ext cx="10515600" cy="5969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PHOTOS</a:t>
            </a:r>
            <a:endParaRPr lang="bg-BG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0F48F4-5A02-4030-A3F4-9D29B200C090}"/>
              </a:ext>
            </a:extLst>
          </p:cNvPr>
          <p:cNvGrpSpPr/>
          <p:nvPr/>
        </p:nvGrpSpPr>
        <p:grpSpPr>
          <a:xfrm>
            <a:off x="142874" y="873353"/>
            <a:ext cx="11906250" cy="5953929"/>
            <a:chOff x="142874" y="873353"/>
            <a:chExt cx="11906250" cy="59539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73DD2D9-4E57-45FA-9225-8A5A3216F522}"/>
                </a:ext>
              </a:extLst>
            </p:cNvPr>
            <p:cNvSpPr txBox="1"/>
            <p:nvPr/>
          </p:nvSpPr>
          <p:spPr>
            <a:xfrm>
              <a:off x="5172074" y="873353"/>
              <a:ext cx="1847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bg-BG" dirty="0">
                  <a:latin typeface="MS Mincho" panose="02020609040205080304" pitchFamily="49" charset="-128"/>
                  <a:ea typeface="MS Mincho" panose="02020609040205080304" pitchFamily="49" charset="-128"/>
                </a:rPr>
                <a:t>Лого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0529629-342F-4B6D-A10A-696B49E40937}"/>
                </a:ext>
              </a:extLst>
            </p:cNvPr>
            <p:cNvGrpSpPr/>
            <p:nvPr/>
          </p:nvGrpSpPr>
          <p:grpSpPr>
            <a:xfrm>
              <a:off x="142874" y="1834634"/>
              <a:ext cx="11906250" cy="369332"/>
              <a:chOff x="142874" y="1834634"/>
              <a:chExt cx="11906250" cy="369332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A572EA9-B7B0-4E07-A021-F0BC7AD616B3}"/>
                  </a:ext>
                </a:extLst>
              </p:cNvPr>
              <p:cNvSpPr/>
              <p:nvPr/>
            </p:nvSpPr>
            <p:spPr>
              <a:xfrm>
                <a:off x="142874" y="1885950"/>
                <a:ext cx="11906250" cy="2667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43A893-B3ED-4510-88A7-F137CDB7BD68}"/>
                  </a:ext>
                </a:extLst>
              </p:cNvPr>
              <p:cNvSpPr txBox="1"/>
              <p:nvPr/>
            </p:nvSpPr>
            <p:spPr>
              <a:xfrm>
                <a:off x="4531782" y="1834634"/>
                <a:ext cx="3128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MS Mincho" panose="02020609040205080304" pitchFamily="49" charset="-128"/>
                    <a:ea typeface="MS Mincho" panose="02020609040205080304" pitchFamily="49" charset="-128"/>
                  </a:rPr>
                  <a:t>Navigation bar</a:t>
                </a:r>
                <a:endParaRPr lang="bg-BG" dirty="0">
                  <a:latin typeface="MS Mincho" panose="02020609040205080304" pitchFamily="49" charset="-128"/>
                  <a:ea typeface="MS Mincho" panose="02020609040205080304" pitchFamily="49" charset="-128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2A22BEB-0137-4616-9924-F927C966A0EC}"/>
                </a:ext>
              </a:extLst>
            </p:cNvPr>
            <p:cNvGrpSpPr/>
            <p:nvPr/>
          </p:nvGrpSpPr>
          <p:grpSpPr>
            <a:xfrm>
              <a:off x="142874" y="6457950"/>
              <a:ext cx="11906250" cy="369332"/>
              <a:chOff x="142874" y="6457950"/>
              <a:chExt cx="11906250" cy="3693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C80636A-48B9-4F86-90C4-44FC9AF66FCE}"/>
                  </a:ext>
                </a:extLst>
              </p:cNvPr>
              <p:cNvSpPr/>
              <p:nvPr/>
            </p:nvSpPr>
            <p:spPr>
              <a:xfrm>
                <a:off x="142874" y="6509266"/>
                <a:ext cx="11906250" cy="2667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66B4C4-E6CD-4FD3-B0BB-81761924355A}"/>
                  </a:ext>
                </a:extLst>
              </p:cNvPr>
              <p:cNvSpPr txBox="1"/>
              <p:nvPr/>
            </p:nvSpPr>
            <p:spPr>
              <a:xfrm>
                <a:off x="5591174" y="6457950"/>
                <a:ext cx="1009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MS Mincho" panose="02020609040205080304" pitchFamily="49" charset="-128"/>
                    <a:ea typeface="MS Mincho" panose="02020609040205080304" pitchFamily="49" charset="-128"/>
                  </a:rPr>
                  <a:t>Footer</a:t>
                </a:r>
                <a:endParaRPr lang="bg-BG" dirty="0">
                  <a:latin typeface="MS Mincho" panose="02020609040205080304" pitchFamily="49" charset="-128"/>
                  <a:ea typeface="MS Mincho" panose="02020609040205080304" pitchFamily="49" charset="-128"/>
                </a:endParaRP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B607E5C-C07D-41CC-978F-154316553855}"/>
              </a:ext>
            </a:extLst>
          </p:cNvPr>
          <p:cNvGrpSpPr/>
          <p:nvPr/>
        </p:nvGrpSpPr>
        <p:grpSpPr>
          <a:xfrm>
            <a:off x="9639299" y="2255282"/>
            <a:ext cx="2009776" cy="2009776"/>
            <a:chOff x="342901" y="2390776"/>
            <a:chExt cx="1695449" cy="1695449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DD1A147-56B8-4E70-A49B-4E7149F330DA}"/>
                </a:ext>
              </a:extLst>
            </p:cNvPr>
            <p:cNvSpPr/>
            <p:nvPr/>
          </p:nvSpPr>
          <p:spPr>
            <a:xfrm>
              <a:off x="342901" y="2390776"/>
              <a:ext cx="1695449" cy="1695449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rgbClr val="FF0000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A87E874-83B1-41A3-8673-E3BEB2CEB399}"/>
                </a:ext>
              </a:extLst>
            </p:cNvPr>
            <p:cNvSpPr txBox="1"/>
            <p:nvPr/>
          </p:nvSpPr>
          <p:spPr>
            <a:xfrm>
              <a:off x="642937" y="2915334"/>
              <a:ext cx="1095375" cy="439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Image section 4</a:t>
              </a:r>
              <a:endParaRPr lang="bg-BG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B174D8C-6AA6-4379-B28C-D6DA25F93FFF}"/>
              </a:ext>
            </a:extLst>
          </p:cNvPr>
          <p:cNvGrpSpPr/>
          <p:nvPr/>
        </p:nvGrpSpPr>
        <p:grpSpPr>
          <a:xfrm>
            <a:off x="6581774" y="2255282"/>
            <a:ext cx="2009776" cy="2009776"/>
            <a:chOff x="342901" y="2390776"/>
            <a:chExt cx="1695449" cy="1695449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0196C76-4AD1-4576-B83E-C12FB0EF42E2}"/>
                </a:ext>
              </a:extLst>
            </p:cNvPr>
            <p:cNvSpPr/>
            <p:nvPr/>
          </p:nvSpPr>
          <p:spPr>
            <a:xfrm>
              <a:off x="342901" y="2390776"/>
              <a:ext cx="1695449" cy="1695449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rgbClr val="FF0000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F38CB19-A81D-42DF-A078-1F9C620AD5CA}"/>
                </a:ext>
              </a:extLst>
            </p:cNvPr>
            <p:cNvSpPr txBox="1"/>
            <p:nvPr/>
          </p:nvSpPr>
          <p:spPr>
            <a:xfrm>
              <a:off x="642937" y="2915334"/>
              <a:ext cx="1095375" cy="439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Image section 3</a:t>
              </a:r>
              <a:endParaRPr lang="bg-BG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93ED9A6-D1FD-418E-AEF1-AAE5C8B20B6A}"/>
              </a:ext>
            </a:extLst>
          </p:cNvPr>
          <p:cNvGrpSpPr/>
          <p:nvPr/>
        </p:nvGrpSpPr>
        <p:grpSpPr>
          <a:xfrm>
            <a:off x="3524249" y="2255282"/>
            <a:ext cx="2009776" cy="2009776"/>
            <a:chOff x="342901" y="2390776"/>
            <a:chExt cx="1695449" cy="1695449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43979CD-18FB-4ECF-89F5-BBADD0B6FF27}"/>
                </a:ext>
              </a:extLst>
            </p:cNvPr>
            <p:cNvSpPr/>
            <p:nvPr/>
          </p:nvSpPr>
          <p:spPr>
            <a:xfrm>
              <a:off x="342901" y="2390776"/>
              <a:ext cx="1695449" cy="1695449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rgbClr val="FF0000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C7DC2E7-8C99-4D34-98F7-E25BF33B94F1}"/>
                </a:ext>
              </a:extLst>
            </p:cNvPr>
            <p:cNvSpPr txBox="1"/>
            <p:nvPr/>
          </p:nvSpPr>
          <p:spPr>
            <a:xfrm>
              <a:off x="642937" y="2915334"/>
              <a:ext cx="1095375" cy="439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Image section 2</a:t>
              </a:r>
              <a:endParaRPr lang="bg-BG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80A56BA-A84A-4DB8-B177-58C4EF97DB75}"/>
              </a:ext>
            </a:extLst>
          </p:cNvPr>
          <p:cNvGrpSpPr/>
          <p:nvPr/>
        </p:nvGrpSpPr>
        <p:grpSpPr>
          <a:xfrm>
            <a:off x="466724" y="2255281"/>
            <a:ext cx="2009776" cy="2009776"/>
            <a:chOff x="342901" y="2390776"/>
            <a:chExt cx="1695449" cy="1695449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37F7DEE-8D7F-4C7C-ADE6-CB62B9D88B38}"/>
                </a:ext>
              </a:extLst>
            </p:cNvPr>
            <p:cNvSpPr/>
            <p:nvPr/>
          </p:nvSpPr>
          <p:spPr>
            <a:xfrm>
              <a:off x="342901" y="2390776"/>
              <a:ext cx="1695449" cy="1695449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rgbClr val="FF0000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C9BCC43-423F-4A7B-9DD4-9CDFB6DED28E}"/>
                </a:ext>
              </a:extLst>
            </p:cNvPr>
            <p:cNvSpPr txBox="1"/>
            <p:nvPr/>
          </p:nvSpPr>
          <p:spPr>
            <a:xfrm>
              <a:off x="642937" y="2915334"/>
              <a:ext cx="1095375" cy="439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Image section 1</a:t>
              </a:r>
              <a:endParaRPr lang="bg-BG" dirty="0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142F9BFC-0857-440B-8289-611B6EE83607}"/>
              </a:ext>
            </a:extLst>
          </p:cNvPr>
          <p:cNvSpPr/>
          <p:nvPr/>
        </p:nvSpPr>
        <p:spPr>
          <a:xfrm>
            <a:off x="466724" y="4591050"/>
            <a:ext cx="3057525" cy="17145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A627EF2-B156-4DEF-80F6-8600989540AB}"/>
              </a:ext>
            </a:extLst>
          </p:cNvPr>
          <p:cNvSpPr/>
          <p:nvPr/>
        </p:nvSpPr>
        <p:spPr>
          <a:xfrm>
            <a:off x="4529136" y="4591050"/>
            <a:ext cx="3057525" cy="17145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DB506C9-CD20-40AC-AE02-C4291B8BF928}"/>
              </a:ext>
            </a:extLst>
          </p:cNvPr>
          <p:cNvSpPr/>
          <p:nvPr/>
        </p:nvSpPr>
        <p:spPr>
          <a:xfrm>
            <a:off x="8591550" y="4591050"/>
            <a:ext cx="3057525" cy="17145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1024C0-F26B-41AB-BCCF-1CC6E37D2091}"/>
              </a:ext>
            </a:extLst>
          </p:cNvPr>
          <p:cNvSpPr txBox="1"/>
          <p:nvPr/>
        </p:nvSpPr>
        <p:spPr>
          <a:xfrm>
            <a:off x="1009650" y="5175767"/>
            <a:ext cx="176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section 5</a:t>
            </a:r>
            <a:endParaRPr lang="bg-BG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FFD351-D171-4547-9A21-11363E9D9D30}"/>
              </a:ext>
            </a:extLst>
          </p:cNvPr>
          <p:cNvSpPr txBox="1"/>
          <p:nvPr/>
        </p:nvSpPr>
        <p:spPr>
          <a:xfrm>
            <a:off x="5214936" y="5252711"/>
            <a:ext cx="176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section 6</a:t>
            </a:r>
            <a:endParaRPr lang="bg-BG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74A898-7015-4EF1-B9F0-C85940F79889}"/>
              </a:ext>
            </a:extLst>
          </p:cNvPr>
          <p:cNvSpPr txBox="1"/>
          <p:nvPr/>
        </p:nvSpPr>
        <p:spPr>
          <a:xfrm>
            <a:off x="9239249" y="5202496"/>
            <a:ext cx="176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section 7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91547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C17F2-5114-4BD2-9206-240D59570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50165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SOCIAL MEDIA</a:t>
            </a:r>
            <a:endParaRPr lang="bg-BG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802192-E55B-4EA5-8FF1-716E7D88F763}"/>
              </a:ext>
            </a:extLst>
          </p:cNvPr>
          <p:cNvGrpSpPr/>
          <p:nvPr/>
        </p:nvGrpSpPr>
        <p:grpSpPr>
          <a:xfrm>
            <a:off x="142874" y="873353"/>
            <a:ext cx="11906250" cy="5953929"/>
            <a:chOff x="142874" y="873353"/>
            <a:chExt cx="11906250" cy="59539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A869E9F-524E-4E63-A348-E9E6422F8BB2}"/>
                </a:ext>
              </a:extLst>
            </p:cNvPr>
            <p:cNvSpPr txBox="1"/>
            <p:nvPr/>
          </p:nvSpPr>
          <p:spPr>
            <a:xfrm>
              <a:off x="5172074" y="873353"/>
              <a:ext cx="1847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bg-BG" dirty="0">
                  <a:latin typeface="MS Mincho" panose="02020609040205080304" pitchFamily="49" charset="-128"/>
                  <a:ea typeface="MS Mincho" panose="02020609040205080304" pitchFamily="49" charset="-128"/>
                </a:rPr>
                <a:t>Лого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5007C4-A0F3-4F2C-B991-28C945556B52}"/>
                </a:ext>
              </a:extLst>
            </p:cNvPr>
            <p:cNvGrpSpPr/>
            <p:nvPr/>
          </p:nvGrpSpPr>
          <p:grpSpPr>
            <a:xfrm>
              <a:off x="142874" y="1834634"/>
              <a:ext cx="11906250" cy="369332"/>
              <a:chOff x="142874" y="1834634"/>
              <a:chExt cx="11906250" cy="369332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B201FB-F832-4534-98D4-1845CDB0EECB}"/>
                  </a:ext>
                </a:extLst>
              </p:cNvPr>
              <p:cNvSpPr/>
              <p:nvPr/>
            </p:nvSpPr>
            <p:spPr>
              <a:xfrm>
                <a:off x="142874" y="1885950"/>
                <a:ext cx="11906250" cy="2667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725D15-A63E-4EB1-BC0A-95AB198FAA59}"/>
                  </a:ext>
                </a:extLst>
              </p:cNvPr>
              <p:cNvSpPr txBox="1"/>
              <p:nvPr/>
            </p:nvSpPr>
            <p:spPr>
              <a:xfrm>
                <a:off x="4531782" y="1834634"/>
                <a:ext cx="3128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MS Mincho" panose="02020609040205080304" pitchFamily="49" charset="-128"/>
                    <a:ea typeface="MS Mincho" panose="02020609040205080304" pitchFamily="49" charset="-128"/>
                  </a:rPr>
                  <a:t>Navigation bar</a:t>
                </a:r>
                <a:endParaRPr lang="bg-BG" dirty="0">
                  <a:latin typeface="MS Mincho" panose="02020609040205080304" pitchFamily="49" charset="-128"/>
                  <a:ea typeface="MS Mincho" panose="02020609040205080304" pitchFamily="49" charset="-128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E945DDC-88B4-4781-BBDD-D90E1F4E9EA7}"/>
                </a:ext>
              </a:extLst>
            </p:cNvPr>
            <p:cNvGrpSpPr/>
            <p:nvPr/>
          </p:nvGrpSpPr>
          <p:grpSpPr>
            <a:xfrm>
              <a:off x="142874" y="6457950"/>
              <a:ext cx="11906250" cy="369332"/>
              <a:chOff x="142874" y="6457950"/>
              <a:chExt cx="11906250" cy="3693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B663B3-946B-4BF1-BACA-4140BCDAD729}"/>
                  </a:ext>
                </a:extLst>
              </p:cNvPr>
              <p:cNvSpPr/>
              <p:nvPr/>
            </p:nvSpPr>
            <p:spPr>
              <a:xfrm>
                <a:off x="142874" y="6509266"/>
                <a:ext cx="11906250" cy="2667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C28AE0-6CAB-47CD-A262-79DEA40E2F18}"/>
                  </a:ext>
                </a:extLst>
              </p:cNvPr>
              <p:cNvSpPr txBox="1"/>
              <p:nvPr/>
            </p:nvSpPr>
            <p:spPr>
              <a:xfrm>
                <a:off x="5591174" y="6457950"/>
                <a:ext cx="1009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MS Mincho" panose="02020609040205080304" pitchFamily="49" charset="-128"/>
                    <a:ea typeface="MS Mincho" panose="02020609040205080304" pitchFamily="49" charset="-128"/>
                  </a:rPr>
                  <a:t>Footer</a:t>
                </a:r>
                <a:endParaRPr lang="bg-BG" dirty="0">
                  <a:latin typeface="MS Mincho" panose="02020609040205080304" pitchFamily="49" charset="-128"/>
                  <a:ea typeface="MS Mincho" panose="02020609040205080304" pitchFamily="49" charset="-128"/>
                </a:endParaRPr>
              </a:p>
            </p:txBody>
          </p:sp>
        </p:grp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EB999930-CC5E-4093-8210-88B29843C4AC}"/>
              </a:ext>
            </a:extLst>
          </p:cNvPr>
          <p:cNvSpPr/>
          <p:nvPr/>
        </p:nvSpPr>
        <p:spPr>
          <a:xfrm>
            <a:off x="140494" y="2370651"/>
            <a:ext cx="1666875" cy="1476375"/>
          </a:xfrm>
          <a:prstGeom prst="rect">
            <a:avLst/>
          </a:prstGeom>
          <a:solidFill>
            <a:srgbClr val="50314C"/>
          </a:solidFill>
          <a:ln>
            <a:solidFill>
              <a:srgbClr val="503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8AE3C5-2485-4065-A48C-B9AF35A725B3}"/>
              </a:ext>
            </a:extLst>
          </p:cNvPr>
          <p:cNvSpPr/>
          <p:nvPr/>
        </p:nvSpPr>
        <p:spPr>
          <a:xfrm>
            <a:off x="10382249" y="2370646"/>
            <a:ext cx="1666875" cy="1476375"/>
          </a:xfrm>
          <a:prstGeom prst="rect">
            <a:avLst/>
          </a:prstGeom>
          <a:solidFill>
            <a:srgbClr val="50314C"/>
          </a:solidFill>
          <a:ln>
            <a:solidFill>
              <a:srgbClr val="503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494A62-B928-4DB7-B2E0-E8EE17685082}"/>
              </a:ext>
            </a:extLst>
          </p:cNvPr>
          <p:cNvSpPr/>
          <p:nvPr/>
        </p:nvSpPr>
        <p:spPr>
          <a:xfrm>
            <a:off x="6443655" y="2370645"/>
            <a:ext cx="1666875" cy="1476375"/>
          </a:xfrm>
          <a:prstGeom prst="rect">
            <a:avLst/>
          </a:prstGeom>
          <a:solidFill>
            <a:srgbClr val="50314C"/>
          </a:solidFill>
          <a:ln>
            <a:solidFill>
              <a:srgbClr val="503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F552EB-D367-4F8D-975F-833CDAE60820}"/>
              </a:ext>
            </a:extLst>
          </p:cNvPr>
          <p:cNvSpPr/>
          <p:nvPr/>
        </p:nvSpPr>
        <p:spPr>
          <a:xfrm>
            <a:off x="4083852" y="2370649"/>
            <a:ext cx="1666875" cy="1476375"/>
          </a:xfrm>
          <a:prstGeom prst="rect">
            <a:avLst/>
          </a:prstGeom>
          <a:solidFill>
            <a:srgbClr val="50314C"/>
          </a:solidFill>
          <a:ln>
            <a:solidFill>
              <a:srgbClr val="503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A4C436-5CB2-4C4C-BAD3-450DC8266C4D}"/>
              </a:ext>
            </a:extLst>
          </p:cNvPr>
          <p:cNvSpPr/>
          <p:nvPr/>
        </p:nvSpPr>
        <p:spPr>
          <a:xfrm>
            <a:off x="8412952" y="2370645"/>
            <a:ext cx="1666875" cy="1476375"/>
          </a:xfrm>
          <a:prstGeom prst="rect">
            <a:avLst/>
          </a:prstGeom>
          <a:solidFill>
            <a:srgbClr val="50314C"/>
          </a:solidFill>
          <a:ln>
            <a:solidFill>
              <a:srgbClr val="503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D5769D-6CFC-4378-A1DA-B61B76F6C051}"/>
              </a:ext>
            </a:extLst>
          </p:cNvPr>
          <p:cNvSpPr/>
          <p:nvPr/>
        </p:nvSpPr>
        <p:spPr>
          <a:xfrm>
            <a:off x="2112173" y="2370650"/>
            <a:ext cx="1666875" cy="1476375"/>
          </a:xfrm>
          <a:prstGeom prst="rect">
            <a:avLst/>
          </a:prstGeom>
          <a:solidFill>
            <a:srgbClr val="50314C"/>
          </a:solidFill>
          <a:ln>
            <a:solidFill>
              <a:srgbClr val="503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31ECDD-3018-4AB3-8218-B0263809164C}"/>
              </a:ext>
            </a:extLst>
          </p:cNvPr>
          <p:cNvSpPr/>
          <p:nvPr/>
        </p:nvSpPr>
        <p:spPr>
          <a:xfrm>
            <a:off x="3886199" y="4438650"/>
            <a:ext cx="4419599" cy="1714500"/>
          </a:xfrm>
          <a:prstGeom prst="rect">
            <a:avLst/>
          </a:prstGeom>
          <a:solidFill>
            <a:srgbClr val="50314C"/>
          </a:solidFill>
          <a:ln>
            <a:solidFill>
              <a:srgbClr val="503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43F6E3-6BD5-41E1-98DA-0A1F367F7AB6}"/>
              </a:ext>
            </a:extLst>
          </p:cNvPr>
          <p:cNvSpPr txBox="1"/>
          <p:nvPr/>
        </p:nvSpPr>
        <p:spPr>
          <a:xfrm>
            <a:off x="342900" y="2782669"/>
            <a:ext cx="1238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hyperlink1</a:t>
            </a:r>
          </a:p>
          <a:p>
            <a:r>
              <a:rPr lang="en-US" dirty="0" err="1"/>
              <a:t>ig</a:t>
            </a:r>
            <a:r>
              <a:rPr lang="en-US" dirty="0"/>
              <a:t> </a:t>
            </a:r>
            <a:endParaRPr lang="bg-BG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345B11-96AE-4282-9D8E-0006CDD40B05}"/>
              </a:ext>
            </a:extLst>
          </p:cNvPr>
          <p:cNvSpPr txBox="1"/>
          <p:nvPr/>
        </p:nvSpPr>
        <p:spPr>
          <a:xfrm>
            <a:off x="2416982" y="2754093"/>
            <a:ext cx="1238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hyperlink2</a:t>
            </a:r>
          </a:p>
          <a:p>
            <a:r>
              <a:rPr lang="en-US" dirty="0" err="1"/>
              <a:t>tt</a:t>
            </a:r>
            <a:endParaRPr lang="bg-B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86A195-D03A-4C32-9F15-B596A1DE5334}"/>
              </a:ext>
            </a:extLst>
          </p:cNvPr>
          <p:cNvSpPr txBox="1"/>
          <p:nvPr/>
        </p:nvSpPr>
        <p:spPr>
          <a:xfrm>
            <a:off x="4393417" y="2754093"/>
            <a:ext cx="1238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hyperlink3</a:t>
            </a:r>
          </a:p>
          <a:p>
            <a:r>
              <a:rPr lang="en-US" dirty="0"/>
              <a:t>fb</a:t>
            </a:r>
            <a:endParaRPr lang="bg-B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EB7177-CA2B-46FD-BCBA-918CE413D784}"/>
              </a:ext>
            </a:extLst>
          </p:cNvPr>
          <p:cNvSpPr txBox="1"/>
          <p:nvPr/>
        </p:nvSpPr>
        <p:spPr>
          <a:xfrm>
            <a:off x="6675534" y="2754092"/>
            <a:ext cx="1238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hyperlink4</a:t>
            </a:r>
          </a:p>
          <a:p>
            <a:r>
              <a:rPr lang="en-US" dirty="0" err="1"/>
              <a:t>bc</a:t>
            </a:r>
            <a:endParaRPr lang="bg-BG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ADCA11-A623-4447-BDEC-E15A6A98CF7D}"/>
              </a:ext>
            </a:extLst>
          </p:cNvPr>
          <p:cNvSpPr txBox="1"/>
          <p:nvPr/>
        </p:nvSpPr>
        <p:spPr>
          <a:xfrm>
            <a:off x="8652865" y="2754092"/>
            <a:ext cx="1238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hyperlink5</a:t>
            </a:r>
          </a:p>
          <a:p>
            <a:r>
              <a:rPr lang="en-US" dirty="0" err="1"/>
              <a:t>sc</a:t>
            </a:r>
            <a:endParaRPr lang="bg-BG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2AFBC8-9D63-4184-A061-110717AE9236}"/>
              </a:ext>
            </a:extLst>
          </p:cNvPr>
          <p:cNvSpPr txBox="1"/>
          <p:nvPr/>
        </p:nvSpPr>
        <p:spPr>
          <a:xfrm>
            <a:off x="10638230" y="2782669"/>
            <a:ext cx="1238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hyperlink6</a:t>
            </a:r>
          </a:p>
          <a:p>
            <a:r>
              <a:rPr lang="en-US" dirty="0"/>
              <a:t>x</a:t>
            </a:r>
            <a:endParaRPr lang="bg-BG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BB3BAE-C5BA-49C0-806D-8F55A0BE01AF}"/>
              </a:ext>
            </a:extLst>
          </p:cNvPr>
          <p:cNvSpPr txBox="1"/>
          <p:nvPr/>
        </p:nvSpPr>
        <p:spPr>
          <a:xfrm>
            <a:off x="5620970" y="4972734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hyperlink9</a:t>
            </a:r>
            <a:endParaRPr lang="bg-BG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E88251-69AE-4966-9839-49F5AD0BB772}"/>
              </a:ext>
            </a:extLst>
          </p:cNvPr>
          <p:cNvSpPr txBox="1"/>
          <p:nvPr/>
        </p:nvSpPr>
        <p:spPr>
          <a:xfrm>
            <a:off x="5445916" y="4001959"/>
            <a:ext cx="230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section1</a:t>
            </a:r>
            <a:endParaRPr lang="bg-BG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118132-5C35-489A-ADE3-13C12AA42C97}"/>
              </a:ext>
            </a:extLst>
          </p:cNvPr>
          <p:cNvSpPr/>
          <p:nvPr/>
        </p:nvSpPr>
        <p:spPr>
          <a:xfrm>
            <a:off x="140494" y="4438650"/>
            <a:ext cx="1666875" cy="1476375"/>
          </a:xfrm>
          <a:prstGeom prst="rect">
            <a:avLst/>
          </a:prstGeom>
          <a:solidFill>
            <a:srgbClr val="50314C"/>
          </a:solidFill>
          <a:ln>
            <a:solidFill>
              <a:srgbClr val="503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4482C6-DE29-42B6-9DC1-CDD3DDFCAA7E}"/>
              </a:ext>
            </a:extLst>
          </p:cNvPr>
          <p:cNvSpPr txBox="1"/>
          <p:nvPr/>
        </p:nvSpPr>
        <p:spPr>
          <a:xfrm>
            <a:off x="342900" y="4863914"/>
            <a:ext cx="1238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hyperlink7</a:t>
            </a:r>
          </a:p>
          <a:p>
            <a:r>
              <a:rPr lang="en-US" dirty="0" err="1"/>
              <a:t>pyi</a:t>
            </a:r>
            <a:r>
              <a:rPr lang="en-US" dirty="0"/>
              <a:t> </a:t>
            </a:r>
            <a:endParaRPr lang="bg-BG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02C765-FBFA-428A-A2EA-201E167795BA}"/>
              </a:ext>
            </a:extLst>
          </p:cNvPr>
          <p:cNvSpPr/>
          <p:nvPr/>
        </p:nvSpPr>
        <p:spPr>
          <a:xfrm>
            <a:off x="2112173" y="4438650"/>
            <a:ext cx="1666875" cy="1476375"/>
          </a:xfrm>
          <a:prstGeom prst="rect">
            <a:avLst/>
          </a:prstGeom>
          <a:solidFill>
            <a:srgbClr val="50314C"/>
          </a:solidFill>
          <a:ln>
            <a:solidFill>
              <a:srgbClr val="503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F0631F-1656-4BE5-9EE0-9CC4D415A2AD}"/>
              </a:ext>
            </a:extLst>
          </p:cNvPr>
          <p:cNvSpPr txBox="1"/>
          <p:nvPr/>
        </p:nvSpPr>
        <p:spPr>
          <a:xfrm>
            <a:off x="2314579" y="4863914"/>
            <a:ext cx="1238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hyperlink8</a:t>
            </a:r>
          </a:p>
          <a:p>
            <a:r>
              <a:rPr lang="en-US" dirty="0" err="1"/>
              <a:t>sp</a:t>
            </a:r>
            <a:r>
              <a:rPr lang="en-US" dirty="0"/>
              <a:t> </a:t>
            </a:r>
            <a:endParaRPr lang="bg-BG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860E60-CF90-41F5-8774-6476E53E4756}"/>
              </a:ext>
            </a:extLst>
          </p:cNvPr>
          <p:cNvSpPr/>
          <p:nvPr/>
        </p:nvSpPr>
        <p:spPr>
          <a:xfrm>
            <a:off x="8412952" y="4438650"/>
            <a:ext cx="1666875" cy="1476375"/>
          </a:xfrm>
          <a:prstGeom prst="rect">
            <a:avLst/>
          </a:prstGeom>
          <a:solidFill>
            <a:srgbClr val="50314C"/>
          </a:solidFill>
          <a:ln>
            <a:solidFill>
              <a:srgbClr val="503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FA8C03-1FA8-42C2-B9F5-2B2EAA126B97}"/>
              </a:ext>
            </a:extLst>
          </p:cNvPr>
          <p:cNvSpPr txBox="1"/>
          <p:nvPr/>
        </p:nvSpPr>
        <p:spPr>
          <a:xfrm>
            <a:off x="8615357" y="4863914"/>
            <a:ext cx="13573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hyperlink10</a:t>
            </a:r>
          </a:p>
          <a:p>
            <a:r>
              <a:rPr lang="en-US" dirty="0" err="1"/>
              <a:t>yt</a:t>
            </a:r>
            <a:r>
              <a:rPr lang="en-US" dirty="0"/>
              <a:t> </a:t>
            </a:r>
            <a:endParaRPr lang="bg-BG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B84CD1-7BE4-43EC-9142-1189D1C75FE0}"/>
              </a:ext>
            </a:extLst>
          </p:cNvPr>
          <p:cNvSpPr/>
          <p:nvPr/>
        </p:nvSpPr>
        <p:spPr>
          <a:xfrm>
            <a:off x="10382249" y="4438650"/>
            <a:ext cx="1666875" cy="1476375"/>
          </a:xfrm>
          <a:prstGeom prst="rect">
            <a:avLst/>
          </a:prstGeom>
          <a:solidFill>
            <a:srgbClr val="50314C"/>
          </a:solidFill>
          <a:ln>
            <a:solidFill>
              <a:srgbClr val="503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1BBAFD-E2C5-4001-9BBB-A4930103A217}"/>
              </a:ext>
            </a:extLst>
          </p:cNvPr>
          <p:cNvSpPr txBox="1"/>
          <p:nvPr/>
        </p:nvSpPr>
        <p:spPr>
          <a:xfrm>
            <a:off x="10584654" y="4863914"/>
            <a:ext cx="1291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hyperlink11</a:t>
            </a:r>
          </a:p>
          <a:p>
            <a:r>
              <a:rPr lang="en-US" dirty="0"/>
              <a:t>am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334747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4257</TotalTime>
  <Words>130</Words>
  <Application>Microsoft Office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MS Mincho</vt:lpstr>
      <vt:lpstr>Arial</vt:lpstr>
      <vt:lpstr>Calibri</vt:lpstr>
      <vt:lpstr>Calibri Light</vt:lpstr>
      <vt:lpstr>Office Theme</vt:lpstr>
      <vt:lpstr>PowerPoint Presentation</vt:lpstr>
      <vt:lpstr>Bio</vt:lpstr>
      <vt:lpstr>PowerPoint Presentation</vt:lpstr>
      <vt:lpstr>PowerPoint Presentation</vt:lpstr>
      <vt:lpstr>PHOTOS</vt:lpstr>
      <vt:lpstr>SOCIAL MEDIA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11</cp:revision>
  <dcterms:created xsi:type="dcterms:W3CDTF">2026-02-20T06:32:27Z</dcterms:created>
  <dcterms:modified xsi:type="dcterms:W3CDTF">2026-02-23T08:09:32Z</dcterms:modified>
</cp:coreProperties>
</file>